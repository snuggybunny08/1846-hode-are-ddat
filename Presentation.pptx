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2731fbc75_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2731fbc75_6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2731fbc75_6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a2731fbc75_6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2731fbc75_6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2731fbc75_6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2731fbc75_0_3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2731fbc75_0_3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2731fbc75_6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2731fbc75_6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731fbc75_6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a2731fbc75_6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2731fbc75_6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a2731fbc75_6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2731fbc75_6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a2731fbc75_6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2731fbc75_6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a2731fbc75_6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Agricultural Data Platform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en" sz="1800"/>
              <a:t>Modern Cloud-Native Architecture for ARE Directorate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en" sz="1800"/>
              <a:t>Head of Data Engineering Technical Assessment – November 2025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rPr lang="en" sz="1800"/>
              <a:t>Author: Emmanuel Nwosu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 ARE’s data capabilities with a modern cloud-native platform.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fragile legacy systems with a unified, governed Data Platform.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timely, accurate analytics for £600M+ in annual payments.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Ingest and analyse data from 200K+ IoT sensors across 50K farms.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 GDPR-compliant governance and auditable data lineage from day one.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Platform Architecture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Sources: IoT sensors, legacy systems, spreadsheets, external APIs.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Ingestion: Event Hubs for streaming, Data Factory for batch, API Management and Functions for APIs.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Lakehouse: Bronze (raw), Silver (cleansed), Gold (curated) on Delta Lake.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Consumers: Synapse (SQL &amp; Spark), Power BI, ML workloads, and downstream APIs.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Governance &amp; Security: Purview, Key Vault, RBAC, data lineage, and compliance controls.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223475" y="195550"/>
            <a:ext cx="8463300" cy="439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8" title="architectu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650" y="0"/>
            <a:ext cx="83981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Design Principles</a:t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Scalability: Auto-scaling compute to handle seasonal and event-driven peaks.</a:t>
            </a:r>
            <a:endParaRPr sz="2100"/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Security: Zero-trust model with encryption at rest and in transit.</a:t>
            </a:r>
            <a:endParaRPr sz="2100"/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Interoperability: API-first design to integrate internal and external services.</a:t>
            </a:r>
            <a:endParaRPr sz="2100"/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Governance: Built-in lineage, cataloguing, and GDPR-compliant data access.</a:t>
            </a:r>
            <a:endParaRPr sz="2100"/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Efficiency: Serverless and consumption-based patterns where appropriate.</a:t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Technology Stack (Azure-Aligned)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&amp; Storage: Microsoft Azure, Data Lake Storage Gen2, Delta Lake format.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Processing: Azure Databricks (batch &amp; streaming), Azure Functions for microservices.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Integration: Event Hubs, Data Factory, API Management, Logic Apps (where needed).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Analytics: Azure Synapse, Power BI for self-service and executive reporting.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Governance &amp; Security: Microsoft Purview, Azure AD / RBAC, Key Vault, Policy.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Data Product: Farm Soil Health</a:t>
            </a:r>
            <a:endParaRPr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Quality: Duplicate detection, timestamp standardisation, type coercion.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Rules: Configurable moisture thresholds and consecutive-day alert rules.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Analytics: Daily soil moisture and temperature metrics per farm/region/crop.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Alerts: Automated identification of at-risk farms and CRITICAL vs WARNING severity.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Lineage &amp; Observability: Pipeline metadata, dashboards, and audit-ready outputs.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Delivery Approach</a:t>
            </a:r>
            <a:endParaRPr/>
          </a:p>
        </p:txBody>
      </p:sp>
      <p:sp>
        <p:nvSpPr>
          <p:cNvPr id="172" name="Google Shape;172;p3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1 – Foundation (Months 1–3): Core Azure landing zone, DevOps/DataOps, governance framework.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2 – Migration (Months 4–9): Onboard priority systems, build core pipelines and quality gates.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3 – Scale &amp; Optimise (Months 10–12): Production hardening, ML use-cases, cost optimisation.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Ways of Working: Agile delivery, product-centric data teams, CI/CD for data pipelines.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 of Head of Data Engineering</a:t>
            </a:r>
            <a:endParaRPr/>
          </a:p>
        </p:txBody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03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Leadership: Define reference architectures, standards (IaC, DataOps, quality).</a:t>
            </a:r>
            <a:endParaRPr sz="1900"/>
          </a:p>
          <a:p>
            <a:pPr indent="-2603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Development: Build and coach a multidisciplinary engineering team (data, platform, ML).</a:t>
            </a:r>
            <a:endParaRPr sz="1900"/>
          </a:p>
          <a:p>
            <a:pPr indent="-2603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Stakeholder Partnership: Align platform roadmap with ARE priorities—payments, climate, compliance.</a:t>
            </a:r>
            <a:endParaRPr sz="1900"/>
          </a:p>
          <a:p>
            <a:pPr indent="-2603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 Ownership: Own reliability (SLOs/SLIs), security posture, and platform cost efficiency.</a:t>
            </a:r>
            <a:endParaRPr sz="1900"/>
          </a:p>
          <a:p>
            <a:pPr indent="-2603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Improvement: Embed feedback loops, engineering metrics, and knowledge sharing.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